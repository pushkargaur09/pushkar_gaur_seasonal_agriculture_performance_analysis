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9/2/2026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10" Type="http://schemas.openxmlformats.org/officeDocument/2006/relationships/image" Target="../media/image_result1.png"/></Relationships>
</file>

<file path=ppt/slides/_rels/slide7.xml.rels><?xml version="1.0" encoding="UTF-8" standalone="yes"?>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10" Type="http://schemas.openxmlformats.org/officeDocument/2006/relationships/image" Target="../media/image_result2.png"/></Relationships>
</file>

<file path=ppt/slides/_rels/slide8.xml.rels><?xml version="1.0" encoding="UTF-8" standalone="yes"?>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10" Type="http://schemas.openxmlformats.org/officeDocument/2006/relationships/image" Target="../media/image_result3.png"/></Relationships>
</file>

<file path=ppt/slides/_rels/slide9.xml.rels><?xml version="1.0" encoding="UTF-8" standalone="yes"?>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10" Type="http://schemas.openxmlformats.org/officeDocument/2006/relationships/image" Target="../media/image_result4.png"/></Relationships>
</file>

<file path=ppt/slides/_rels/slide10.xml.rels><?xml version="1.0" encoding="UTF-8" standalone="yes"?>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10" Type="http://schemas.openxmlformats.org/officeDocument/2006/relationships/image" Target="../media/image_result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10" Type="http://schemas.openxmlformats.org/officeDocument/2006/relationships/hyperlink" Target="https://github.com/pushkargaur09/Pushkar_Gaur_Seasonal_Agriculture_Performance_Analysis.git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10" Type="http://schemas.openxmlformats.org/officeDocument/2006/relationships/image" Target="../media/image_certificate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223157" y="3500000"/>
            <a:ext cx="5300000" cy="1350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1800" b="0" dirty="0">
                <a:solidFill>
                  <a:schemeClr val="tx1"/>
                </a:solidFill>
              </a:rPr>
              <a:t>PUSHKAR GAUR</a:t>
            </a:r>
          </a:p>
          <a:p>
            <a:pPr algn="r"/>
            <a:r>
              <a:rPr lang="en-US" sz="1300" b="0" dirty="0">
                <a:solidFill>
                  <a:schemeClr val="tx1"/>
                </a:solidFill>
              </a:rPr>
              <a:t>RAJ KUMAR GOEL INSTITUTE OF TECHNOLOGY</a:t>
            </a:r>
          </a:p>
          <a:p>
            <a:pPr algn="r"/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1850000"/>
            <a:ext cx="6300000" cy="1550000"/>
          </a:xfrm>
        </p:spPr>
        <p:txBody>
          <a:bodyPr>
            <a:normAutofit/>
          </a:bodyPr>
          <a:lstStyle/>
          <a:p>
            <a:r>
              <a:rPr lang="en-GB" sz="3200" dirty="0"/>
              <a:t>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78364" y="5050000"/>
            <a:ext cx="50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z="1400" dirty="0"/>
              <a:t>AICTE Student ID: STU6a5f4088577f51784627336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IN" sz="1800" dirty="0"/>
              <a:t>Agricultural performance is influenced by seasonal variations in environmental conditions, farming practices, resource availability and market conditions.</a:t>
            </a:r>
          </a:p>
          <a:p>
            <a:pPr>
              <a:lnSpc>
                <a:spcPct val="130000"/>
              </a:lnSpc>
            </a:pPr>
            <a:r>
              <a:rPr lang="en-IN" sz="1800" dirty="0"/>
              <a:t>Raw agricultural data does not clearly explain how performance changes across seasons or what patterns exist in different seasonal conditions.</a:t>
            </a:r>
          </a:p>
          <a:p>
            <a:pPr>
              <a:lnSpc>
                <a:spcPct val="130000"/>
              </a:lnSpc>
            </a:pPr>
            <a:r>
              <a:rPr lang="en-IN" sz="1800" dirty="0"/>
              <a:t>This project analyzes the seasonal agriculture dataset to identify meaningful patterns, trends, relationships and differences in performance across the Kharif, Rabi and Zaid seasons.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600000"/>
            <a:ext cx="5900000" cy="5700000"/>
          </a:xfrm>
        </p:spPr>
        <p:txBody>
          <a:bodyPr>
            <a:normAutofit/>
          </a:bodyPr>
          <a:lstStyle/>
          <a:p>
            <a:r>
              <a:rPr lang="en-GB" sz="2800" dirty="0"/>
              <a:t>Project Description</a:t>
            </a:r>
          </a:p>
          <a:p>
            <a:endParaRPr lang="en-GB" sz="1200" dirty="0"/>
          </a:p>
          <a:p>
            <a:pPr>
              <a:lnSpc>
                <a:spcPct val="130000"/>
              </a:lnSpc>
            </a:pPr>
            <a:r>
              <a:rPr lang="en-GB" sz="1600" b="0" dirty="0"/>
              <a:t>This project analyzes a seasonal agriculture dataset of 4,000 farm records across Kharif, Rabi and Zaid seasons to understand how agricultural performance varies with the seasons.</a:t>
            </a:r>
          </a:p>
          <a:p>
            <a:pPr>
              <a:lnSpc>
                <a:spcPct val="130000"/>
              </a:lnSpc>
            </a:pPr>
            <a:r>
              <a:rPr lang="en-GB" sz="1600" b="0" dirty="0"/>
              <a:t>The dataset covers environmental conditions (rainfall, temperature, soil health), farming practices (irrigation, fertilizer use), yield and production, and economic outcomes (cost, revenue, profit).</a:t>
            </a:r>
          </a:p>
          <a:p>
            <a:pPr>
              <a:lnSpc>
                <a:spcPct val="130000"/>
              </a:lnSpc>
            </a:pPr>
            <a:r>
              <a:rPr lang="en-GB" sz="1600" b="0" dirty="0"/>
              <a:t>Using Python, the data is cleaned, explored through univariate, bivariate and multivariate visualizations, and tested statistically to uncover evidence-based seasonal patterns and actionable recommendations.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00000"/>
            <a:ext cx="7904481" cy="3900000"/>
          </a:xfrm>
        </p:spPr>
        <p:txBody>
          <a:bodyPr>
            <a:noAutofit/>
          </a:bodyPr>
          <a:lstStyle/>
          <a:p>
            <a:pPr>
              <a:lnSpc>
                <a:spcPct val="125000"/>
              </a:lnSpc>
            </a:pPr>
            <a:r>
              <a:rPr lang="en-IN" sz="1800" dirty="0"/>
              <a:t>Farmers - to plan sowing, irrigation and resource use around season-wise performance.</a:t>
            </a:r>
          </a:p>
          <a:p>
            <a:pPr>
              <a:lnSpc>
                <a:spcPct val="125000"/>
              </a:lnSpc>
            </a:pPr>
            <a:r>
              <a:rPr lang="en-IN" sz="1800" dirty="0"/>
              <a:t>Agricultural Extension Officers &amp; Agronomists - to guide farmers with evidence-based seasonal advisories.</a:t>
            </a:r>
          </a:p>
          <a:p>
            <a:pPr>
              <a:lnSpc>
                <a:spcPct val="125000"/>
              </a:lnSpc>
            </a:pPr>
            <a:r>
              <a:rPr lang="en-IN" sz="1800" dirty="0"/>
              <a:t>Government &amp; State Agriculture Departments - for evidence-based seasonal policy and planning.</a:t>
            </a:r>
          </a:p>
          <a:p>
            <a:pPr>
              <a:lnSpc>
                <a:spcPct val="125000"/>
              </a:lnSpc>
            </a:pPr>
            <a:r>
              <a:rPr lang="en-IN" sz="1800" dirty="0"/>
              <a:t>Agri-Business &amp; Supply Chain Companies - for demand, pricing and input planning across seasons.</a:t>
            </a:r>
          </a:p>
          <a:p>
            <a:pPr>
              <a:lnSpc>
                <a:spcPct val="125000"/>
              </a:lnSpc>
            </a:pPr>
            <a:r>
              <a:rPr lang="en-IN" sz="1800" dirty="0"/>
              <a:t>Researchers &amp; Data Analytics Students - as a reference case study in agricultural data analysis.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00000" y="1600000"/>
            <a:ext cx="7300000" cy="4800000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IN" sz="2000" dirty="0"/>
              <a:t>Python - core programming language for the analysis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Pandas &amp; NumPy - data cleaning, wrangling and computation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Matplotlib &amp; Seaborn - univariate, bivariate and multivariate visualizations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SciPy - statistical hypothesis testing (ANOVA)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Google Colab / Jupyter Notebook - development environment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00000"/>
            <a:ext cx="10800000" cy="700000"/>
          </a:xfrm>
        </p:spPr>
        <p:txBody>
          <a:bodyPr>
            <a:normAutofit/>
          </a:bodyPr>
          <a:lstStyle/>
          <a:p>
            <a:r>
              <a:rPr lang="en-GB" sz="2400" dirty="0"/>
              <a:t>RESULT 1: Seasonal Distribution of Records</a:t>
            </a:r>
            <a:endParaRPr lang="en-IN" sz="24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150000"/>
            <a:ext cx="10800000" cy="650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i="1" dirty="0"/>
              <a:t>Kharif season accounts for the highest number of farm records, followed by Rabi; Zaid has the fewest — reflecting monsoon dependency.</a:t>
            </a:r>
            <a:endParaRPr lang="en-IN" sz="1600" i="1" dirty="0"/>
          </a:p>
        </p:txBody>
      </p:sp>
      <p:pic>
        <p:nvPicPr>
          <p:cNvPr id="99" name="Result Char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0000" y="2150000"/>
            <a:ext cx="5773469" cy="41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00000"/>
            <a:ext cx="10800000" cy="700000"/>
          </a:xfrm>
        </p:spPr>
        <p:txBody>
          <a:bodyPr>
            <a:normAutofit/>
          </a:bodyPr>
          <a:lstStyle/>
          <a:p>
            <a:r>
              <a:rPr lang="en-GB" sz="2400" dirty="0"/>
              <a:t>RESULT 2: Yield Across Seasons</a:t>
            </a:r>
            <a:endParaRPr lang="en-IN" sz="24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150000"/>
            <a:ext cx="10800000" cy="650000"/>
          </a:xfrm>
        </p:spPr>
        <p:txBody>
          <a:bodyPr/>
          <a:lstStyle/>
          <a:p>
            <a:pPr marL="0" indent="0">
              <a:buNone/>
            </a:pPr>
            <a:r>
              <a:rPr lang="en-US" sz="1600" i="1" dirty="0"/>
              <a:t>Average yield is broadly similar across seasons. A one-way ANOVA shows this difference is NOT statistically significant (p ≈ 0.21).</a:t>
            </a:r>
            <a:endParaRPr lang="en-IN" sz="1600" i="1" dirty="0"/>
          </a:p>
        </p:txBody>
      </p:sp>
      <p:pic>
        <p:nvPicPr>
          <p:cNvPr id="99" name="Result Char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0000" y="2150000"/>
            <a:ext cx="6610204" cy="41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00000"/>
            <a:ext cx="10800000" cy="700000"/>
          </a:xfrm>
        </p:spPr>
        <p:txBody>
          <a:bodyPr>
            <a:normAutofit/>
          </a:bodyPr>
          <a:lstStyle/>
          <a:p>
            <a:r>
              <a:rPr lang="en-GB" sz="2400" dirty="0"/>
              <a:t>RESULT 3: Profit Across Seasons</a:t>
            </a:r>
            <a:endParaRPr lang="en-IN" sz="24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150000"/>
            <a:ext cx="10800000" cy="650000"/>
          </a:xfrm>
        </p:spPr>
        <p:txBody>
          <a:bodyPr/>
          <a:lstStyle/>
          <a:p>
            <a:pPr marL="0" indent="0">
              <a:buNone/>
            </a:pPr>
            <a:r>
              <a:rPr lang="en-US" sz="1600" i="1" dirty="0"/>
              <a:t>Profit varies significantly across seasons (ANOVA, p &lt; 0.05) — season shapes farm economics more strongly than raw yield.</a:t>
            </a:r>
            <a:endParaRPr lang="en-IN" sz="1600" i="1" dirty="0"/>
          </a:p>
        </p:txBody>
      </p:sp>
      <p:pic>
        <p:nvPicPr>
          <p:cNvPr id="99" name="Result Char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0000" y="2150000"/>
            <a:ext cx="6610204" cy="41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00000"/>
            <a:ext cx="10800000" cy="700000"/>
          </a:xfrm>
        </p:spPr>
        <p:txBody>
          <a:bodyPr>
            <a:normAutofit/>
          </a:bodyPr>
          <a:lstStyle/>
          <a:p>
            <a:r>
              <a:rPr lang="en-GB" sz="2400" dirty="0"/>
              <a:t>RESULT 4: Crop Distribution Across Seasons</a:t>
            </a:r>
            <a:endParaRPr lang="en-IN" sz="24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150000"/>
            <a:ext cx="10800000" cy="650000"/>
          </a:xfrm>
        </p:spPr>
        <p:txBody>
          <a:bodyPr/>
          <a:lstStyle/>
          <a:p>
            <a:pPr marL="0" indent="0">
              <a:buNone/>
            </a:pPr>
            <a:r>
              <a:rPr lang="en-US" sz="1600" i="1" dirty="0"/>
              <a:t>Rice is the most-recorded crop in every season, while Sugarcane and Groundnut appear least often — the overall crop mix stays broadly consistent, but volumes shift with each season.</a:t>
            </a:r>
            <a:endParaRPr lang="en-IN" sz="1600" i="1" dirty="0"/>
          </a:p>
        </p:txBody>
      </p:sp>
      <p:pic>
        <p:nvPicPr>
          <p:cNvPr id="99" name="Result Char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0000" y="2150000"/>
            <a:ext cx="7589183" cy="41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00000"/>
            <a:ext cx="10800000" cy="700000"/>
          </a:xfrm>
        </p:spPr>
        <p:txBody>
          <a:bodyPr>
            <a:normAutofit/>
          </a:bodyPr>
          <a:lstStyle/>
          <a:p>
            <a:r>
              <a:rPr lang="en-GB" sz="2400" dirty="0"/>
              <a:t>RESULT 5: Rainfall vs Yield Relationship</a:t>
            </a:r>
            <a:endParaRPr lang="en-IN" sz="24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150000"/>
            <a:ext cx="10800000" cy="650000"/>
          </a:xfrm>
        </p:spPr>
        <p:txBody>
          <a:bodyPr/>
          <a:lstStyle/>
          <a:p>
            <a:pPr marL="0" indent="0">
              <a:buNone/>
            </a:pPr>
            <a:r>
              <a:rPr lang="en-US" sz="1600" i="1" dirty="0"/>
              <a:t>Yield generally trends upward with rainfall, though the relationship differs by season — highlighting season-specific water needs.</a:t>
            </a:r>
            <a:endParaRPr lang="en-IN" sz="1600" i="1" dirty="0"/>
          </a:p>
        </p:txBody>
      </p:sp>
      <p:pic>
        <p:nvPicPr>
          <p:cNvPr id="99" name="Result Char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0000" y="2150000"/>
            <a:ext cx="6610204" cy="41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20" name="Future Scope Content"/>
          <p:cNvSpPr txBox="1"/>
          <p:nvPr/>
        </p:nvSpPr>
        <p:spPr>
          <a:xfrm>
            <a:off x="675957" y="2150000"/>
            <a:ext cx="10600000" cy="395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000" dirty="0"/>
              <a:t>Incorporate region-specific (state/district level) seasonal recommendations, since agro-climatic conditions vary geographically.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Build a predictive model to forecast yield or profit for an upcoming season using historical patterns.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Develop an interactive dashboard so farmers and planners can explore seasonal trends themselves.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Extend the analysis with real-time weather and market-price data feeds for continuously updated insights.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20" name="GitHub Content"/>
          <p:cNvSpPr txBox="1"/>
          <p:nvPr/>
        </p:nvSpPr>
        <p:spPr>
          <a:xfrm>
            <a:off x="675957" y="2400000"/>
            <a:ext cx="10600000" cy="22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IN" sz="2000" dirty="0"/>
              <a:t>The complete project - Jupyter notebook, dataset, and README - is available on GitHub:</a:t>
            </a:r>
          </a:p>
          <a:p>
            <a:pPr>
              <a:spcBef>
                <a:spcPts val="2000"/>
              </a:spcBef>
            </a:pPr>
            <a:r>
              <a:rPr lang="en-IN" sz="2000" b="1" dirty="0">
                <a:solidFill>
                  <a:schemeClr val="accent1"/>
                </a:solidFill>
                <a:hlinkClick r:id="rId10"/>
              </a:rPr>
              <a:t>https://github.com/pushkargaur09/Pushkar_Gaur_Seasonal_Agriculture_Performance_Analysis</a:t>
            </a:r>
          </a:p>
        </p:txBody>
      </p:sp>
      <p:sp>
        <p:nvSpPr>
          <p:cNvPr id="21" name="GitHub Plain Text Box"/>
          <p:cNvSpPr/>
          <p:nvPr/>
        </p:nvSpPr>
        <p:spPr>
          <a:xfrm>
            <a:off x="675957" y="4750000"/>
            <a:ext cx="8500000" cy="9000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wrap="square" lIns="182880" tIns="91440" rIns="182880" bIns="9144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IN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If the link above doesn't open directly, copy-paste this URL into your browser:</a:t>
            </a:r>
          </a:p>
          <a:p>
            <a:pPr algn="l">
              <a:lnSpc>
                <a:spcPct val="120000"/>
              </a:lnSpc>
            </a:pPr>
            <a:r>
              <a:rPr lang="en-IN" sz="1400" b="1" dirty="0">
                <a:latin typeface="Consolas"/>
                <a:solidFill>
                  <a:schemeClr val="tx1"/>
                </a:solidFill>
              </a:rPr>
              <a:t>https://github.com/pushkargaur09/Pushkar_Gaur_Seasonal_Agriculture_Performance_Analysis.git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9" name="Certificat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16750" y="1500000"/>
            <a:ext cx="6358500" cy="45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556</TotalTime>
  <Words>71</Words>
  <Application>Microsoft Office PowerPoint</Application>
  <PresentationFormat>Widescreen</PresentationFormat>
  <Paragraphs>18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Facet</vt:lpstr>
      <vt:lpstr>Project Title -</vt:lpstr>
      <vt:lpstr>PROBLEM  STATEMENT</vt:lpstr>
      <vt:lpstr>Project Description [write detail description about your project ]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Aswini Kumar Motapothula</cp:lastModifiedBy>
  <cp:revision>97</cp:revision>
  <dcterms:created xsi:type="dcterms:W3CDTF">2021-07-11T13:13:15Z</dcterms:created>
  <dcterms:modified xsi:type="dcterms:W3CDTF">2026-09-02T10:35:59Z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